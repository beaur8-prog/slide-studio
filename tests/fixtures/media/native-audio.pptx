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m4a" ContentType="audio/m4a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audio" Target="../media/media-1-1.mp3"/><Relationship Id="rId2" Type="http://schemas.microsoft.com/office/2007/relationships/media" Target="../media/media-1-1.mp3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audio" Target="../media/media-3-1.m4a"/><Relationship Id="rId2" Type="http://schemas.microsoft.com/office/2007/relationships/media" Target="../media/media-3-1.m4a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audio" Target="../media/media-4-1.wav"/><Relationship Id="rId2" Type="http://schemas.microsoft.com/office/2007/relationships/media" Target="../media/media-4-1.wav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6dd32b9-310b-4ec5-8336-d463aaf9eb8b">
            <a:extLst>
              <a:ext uri="urn:slide-studio:object-state:v1">
                <ss:state xmlns:ss="urn:slide-studio:object-state:v1" key="66dd32b9-310b-4ec5-8336-d463aaf9eb8b" textBox="1"/>
              </a:ext>
            </a:extLst>
          </p:cNvPr>
          <p:cNvSpPr txBox="1"/>
          <p:nvPr/>
        </p:nvSpPr>
        <p:spPr>
          <a:xfrm>
            <a:off x="952500" y="952500"/>
            <a:ext cx="9525000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t" spcFirstLastPara="1" vertOverflow="overflow" horzOverflow="overflow" vert="horz">
            <a:noAutofit/>
          </a:bodyPr>
          <a:lstStyle/>
          <a:p>
            <a:pPr algn="l" indent="0" marL="0">
              <a:buNone/>
            </a:pPr>
            <a:r>
              <a:rPr lang="ko-KR" altLang="en-US" sz="2400" u="none" dirty="0">
                <a:solidFill>
                  <a:srgbClr val="233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오디오와 한글 제목</a:t>
            </a:r>
            <a:endParaRPr lang="ko-KR" sz="2400" dirty="0"/>
          </a:p>
        </p:txBody>
      </p:sp>
      <p:pic>
        <p:nvPicPr>
          <p:cNvPr id="3" name="native-audio-0" descr="MP3 배경음">
            <a:hlinkClick r:id="" action="ppaction://media"/>
            <a:extLst>
              <a:ext uri="urn:slide-studio:object-state:v1">
                <ss:state xmlns:ss="urn:slide-studio:object-state:v1" key="native-audio-0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 rot="0" flipH="0" flipV="0">
            <a:off x="4762500" y="28575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nodeType="tmRoot">
          <p:childTnLst>
            <p:audio>
              <p:cMediaNode vol="20000" mute="1" showWhenStopped="1" numSld="2">
                <p:cTn id="2" fill="hold" display="0" repeatCount="indefinite">
                  <p:stCondLst>
                    <p:cond delay="0"/>
                  </p:st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17c896-16c0-496d-a743-8ccfe4cf08d1">
            <a:extLst>
              <a:ext uri="urn:slide-studio:object-state:v1">
                <ss:state xmlns:ss="urn:slide-studio:object-state:v1" key="de17c896-16c0-496d-a743-8ccfe4cf08d1" textBox="1"/>
              </a:ext>
            </a:extLst>
          </p:cNvPr>
          <p:cNvSpPr txBox="1"/>
          <p:nvPr/>
        </p:nvSpPr>
        <p:spPr>
          <a:xfrm>
            <a:off x="952500" y="952500"/>
            <a:ext cx="9525000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t" spcFirstLastPara="1" vertOverflow="overflow" horzOverflow="overflow" vert="horz">
            <a:noAutofit/>
          </a:bodyPr>
          <a:lstStyle/>
          <a:p>
            <a:pPr algn="l" indent="0" marL="0">
              <a:buNone/>
            </a:pPr>
            <a:r>
              <a:rPr lang="ko-KR" altLang="en-US" sz="2400" u="none" dirty="0">
                <a:solidFill>
                  <a:srgbClr val="233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배경음 계속</a:t>
            </a:r>
            <a:endParaRPr 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882fc0-3fe4-42ce-bfc2-388e2b78bdc4">
            <a:extLst>
              <a:ext uri="urn:slide-studio:object-state:v1">
                <ss:state xmlns:ss="urn:slide-studio:object-state:v1" key="be882fc0-3fe4-42ce-bfc2-388e2b78bdc4" textBox="1"/>
              </a:ext>
            </a:extLst>
          </p:cNvPr>
          <p:cNvSpPr txBox="1"/>
          <p:nvPr/>
        </p:nvSpPr>
        <p:spPr>
          <a:xfrm>
            <a:off x="952500" y="952500"/>
            <a:ext cx="9525000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t" spcFirstLastPara="1" vertOverflow="overflow" horzOverflow="overflow" vert="horz">
            <a:noAutofit/>
          </a:bodyPr>
          <a:lstStyle/>
          <a:p>
            <a:pPr algn="l" indent="0" marL="0">
              <a:buNone/>
            </a:pPr>
            <a:r>
              <a:rPr lang="ko-KR" altLang="en-US" sz="2400" u="none" dirty="0">
                <a:solidFill>
                  <a:srgbClr val="233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AAC</a:t>
            </a:r>
            <a:endParaRPr lang="ko-KR" sz="2400" dirty="0"/>
          </a:p>
        </p:txBody>
      </p:sp>
      <p:pic>
        <p:nvPicPr>
          <p:cNvPr id="3" name="native-audio-1" descr="AAC 수동 소리">
            <a:hlinkClick r:id="" action="ppaction://media"/>
            <a:extLst>
              <a:ext uri="urn:slide-studio:object-state:v1">
                <ss:state xmlns:ss="urn:slide-studio:object-state:v1" key="native-audio-1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 rot="0" flipH="0" flipV="0">
            <a:off x="4762500" y="28575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nodeType="tmRoot">
          <p:childTnLst>
            <p:audio>
              <p:cMediaNode vol="20000" mute="1" showWhenStopped="1" numSld="1">
                <p:cTn id="2" fill="hold" display="0">
                  <p:stCondLst>
                    <p:cond delay="0" evt="onClick">
                      <p:tgtEl>
                        <p:spTgt spid="3"/>
                      </p:tgtEl>
                    </p:cond>
                  </p:st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e90f44f-917a-44f4-b41c-c36427a967b9">
            <a:extLst>
              <a:ext uri="urn:slide-studio:object-state:v1">
                <ss:state xmlns:ss="urn:slide-studio:object-state:v1" key="0e90f44f-917a-44f4-b41c-c36427a967b9" textBox="1"/>
              </a:ext>
            </a:extLst>
          </p:cNvPr>
          <p:cNvSpPr txBox="1"/>
          <p:nvPr/>
        </p:nvSpPr>
        <p:spPr>
          <a:xfrm>
            <a:off x="952500" y="952500"/>
            <a:ext cx="9525000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t" spcFirstLastPara="1" vertOverflow="overflow" horzOverflow="overflow" vert="horz">
            <a:noAutofit/>
          </a:bodyPr>
          <a:lstStyle/>
          <a:p>
            <a:pPr algn="l" indent="0" marL="0">
              <a:buNone/>
            </a:pPr>
            <a:r>
              <a:rPr lang="ko-KR" altLang="en-US" sz="2400" u="none" dirty="0">
                <a:solidFill>
                  <a:srgbClr val="233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WAV</a:t>
            </a:r>
            <a:endParaRPr lang="ko-KR" sz="2400" dirty="0"/>
          </a:p>
        </p:txBody>
      </p:sp>
      <p:pic>
        <p:nvPicPr>
          <p:cNvPr id="3" name="native-audio-2" descr="WAV 자동 소리">
            <a:hlinkClick r:id="" action="ppaction://media"/>
            <a:extLst>
              <a:ext uri="urn:slide-studio:object-state:v1">
                <ss:state xmlns:ss="urn:slide-studio:object-state:v1" key="native-audio-2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 rot="0" flipH="0" flipV="0">
            <a:off x="4762500" y="28575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nodeType="tmRoot">
          <p:childTnLst>
            <p:audio>
              <p:cMediaNode vol="20000" mute="1" showWhenStopped="1" numSld="1">
                <p:cTn id="2" fill="hold" display="0">
                  <p:stCondLst>
                    <p:cond delay="0"/>
                  </p:st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fbfad72-fd98-43d2-bf80-af469b621460">
            <a:extLst>
              <a:ext uri="urn:slide-studio:object-state:v1">
                <ss:state xmlns:ss="urn:slide-studio:object-state:v1" key="9fbfad72-fd98-43d2-bf80-af469b621460" textBox="1"/>
              </a:ext>
            </a:extLst>
          </p:cNvPr>
          <p:cNvSpPr txBox="1"/>
          <p:nvPr/>
        </p:nvSpPr>
        <p:spPr>
          <a:xfrm>
            <a:off x="952500" y="952500"/>
            <a:ext cx="9525000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t" spcFirstLastPara="1" vertOverflow="overflow" horzOverflow="overflow" vert="horz">
            <a:noAutofit/>
          </a:bodyPr>
          <a:lstStyle/>
          <a:p>
            <a:pPr algn="l" indent="0" marL="0">
              <a:buNone/>
            </a:pPr>
            <a:r>
              <a:rPr lang="ko-KR" altLang="en-US" sz="2400" u="none" dirty="0">
                <a:solidFill>
                  <a:srgbClr val="233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끝</a:t>
            </a:r>
            <a:endParaRPr lang="ko-KR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Slide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설치형 오디오 검수</dc:title>
  <dc:subject>Editable presentation</dc:subject>
  <dc:creator>Slide Studio</dc:creator>
  <cp:lastModifiedBy>Slide Studio</cp:lastModifiedBy>
  <cp:revision>1</cp:revision>
  <dcterms:created xsi:type="dcterms:W3CDTF">2026-10-30T19:36:33Z</dcterms:created>
  <dcterms:modified xsi:type="dcterms:W3CDTF">2026-10-30T19:36:33Z</dcterms:modified>
</cp:coreProperties>
</file>