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cd9d6d1-64ae-4dac-a7a2-4be54a4d7671">
            <a:extLst/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 rot="0">
          <a:off x="457200" y="457200"/>
          <a:ext cx="3657600" cy="91440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u="none" dirty="0">
                          <a:solidFill>
                            <a:srgbClr val="233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한글 1행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u="none" dirty="0">
                          <a:solidFill>
                            <a:srgbClr val="233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한글 2행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u="none" dirty="0">
                          <a:solidFill>
                            <a:srgbClr val="233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한글 3행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u="none" dirty="0">
                          <a:solidFill>
                            <a:srgbClr val="233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한글 4행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Slide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 없는 프레젠테이션</dc:title>
  <dc:subject>Editable presentation</dc:subject>
  <dc:creator>Slide Studio</dc:creator>
  <cp:lastModifiedBy>Slide Studio</cp:lastModifiedBy>
  <cp:revision>1</cp:revision>
  <dcterms:created xsi:type="dcterms:W3CDTF">2026-10-21T03:44:15Z</dcterms:created>
  <dcterms:modified xsi:type="dcterms:W3CDTF">2026-10-21T03:44:15Z</dcterms:modified>
</cp:coreProperties>
</file>